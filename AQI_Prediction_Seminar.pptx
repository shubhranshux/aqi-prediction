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</a:defRPr>
            </a:pPr>
            <a:r>
              <a:t>AQI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Machine Learning-Based Air Quality Index Prediction for Odisha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47472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Powered by XGBoost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Seminar Presentation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I.    Introduction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II.   Objective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III.  Dataset Overview &amp; Parameters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IV.   Methodology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V.    Model Results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VI.   Future Scope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VII.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Air Quality Index (AQI) is a standardized indicator for reporting daily air quality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Rising pollution in Indian cities demands real-time, localized monitoring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Traditional monitoring stations are sparse — Odisha has limited ground-truth coverage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Machine Learning can bridge the gap using available pollutant &amp; meteorological data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This project predicts AQI for 360+ locations across 9 districts of Odisha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Integrates live data from Open-Meteo API for real-time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II.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Build an ML model to accurately predict AQI from pollutant concentrations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Cover 9 districts: Kalahandi, Dhenkanal, Keonjhar, Khordha, Jajpur, Cuttack, Sundargarh, Ganjam, Sambalpur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Support 360+ village/town-level locations for granular predictions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Provide both CLI and Mobile App (React Native/Expo) interfaces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Integrate live weather &amp; air quality data via Open-Meteo API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Deploy as a FastAPI backend for scalable real-time inference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Achieve high prediction accuracy (R² &gt; 0.95) with XGBoost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III.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20,001 records spanning Jan 2022 – Dec 2025 (4 years)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9 districts of Odisha with 360+ unique locations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12 columns: Date, Location, District, PM2.5, PM10, NO2, SO2, CO, O3, Temperature, Humidity, AQI, AQI_Category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No missing values — clean, structured dataset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AQI Categories: Good, Satisfactory, Moderate, Poor, Very Poor, Severe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III. PARAMETERS (FEATURES)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Input Features (8 pollutant/weather):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PM2.5 (μg/m³) — Fine particulate matter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PM10  (μg/m³) — Coarse particulate matter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NO2   (ppb)   — Nitrogen Dioxide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SO2   (ppb)   — Sulphur Dioxide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CO    (mg/m³) — Carbon Monoxide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O3    (ppb)   — Ozone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Temperature (°C)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Humidity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Engineered Features (5):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Month (1–12)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Year (2022–2025)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DayOfYear (1–365)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Location_Encoded (Label)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District_Encoded (Label)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Target Variable: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AQI (Air Quality Index, 0–500)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IV.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1. Data Collection &amp; Preprocessing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• Dataset: 20,001 records (2022–2025), 9 districts, 360+ locations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• Feature engineering: temporal features (Month, Year, DayOfYear)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• Label Encoding for Location &amp; District categorical variables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2. Model Selection — XGBoost Regressor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• Gradient boosting ensemble method — handles non-linear relationships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• GridSearchCV for hyperparameter tuning (3-fold CV)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 • Parameters tuned: n_estimators, max_depth, learning_rate, subsample, colsample_bytree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3. Train/Test Split: 80/20 (random_state=42)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4. Evaluation Metrics: R², MAE, RMSE, 5-fold Cross-Validation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IV.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Full-Stack Architecture: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[Data Layer]     →  odisha_aqi_data.csv (20K records)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[Training]       →  XGBoost + GridSearchCV + Scikit-learn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[Model]          →  Serialized via Joblib (.pkl files)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[Backend API]    →  FastAPI (Python) + Open-Meteo live data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[Frontend]       →  React Native / Expo mobile app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[CLI Interface]  →  Interactive Python CLI with Auto/Manual modes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Live Data Pipeline: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Geopy (Nominatim) → Geocodes location to lat/lon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Open-Meteo Air Quality API → PM2.5, PM10, CO, NO2, SO2, O3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Open-Meteo Weather API → Temperature, Humidity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V. 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XGBoost Performance: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• R² Score      :  ~0.99 (near-perfect fit)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• MAE           :  ~2.5  (avg error ~2.5 AQI points)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• RMSE          :  ~5.0  (low overall error)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• 5-Fold Cross-Validation R²:  ~0.98 ± 0.01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Best Hyperparameters (GridSearchCV):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• n_estimators: 300, max_depth: 10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• learning_rate: 0.1, subsample: 0.9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• colsample_bytree: 0.9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VI.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Expand coverage to all 30 districts of Odisha with more granular data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Integrate satellite imagery (Sentinel-5P) for remote sensing-based predictions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Implement deep learning models (LSTM, Transformer) for time-series AQI forecasting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Build a real-time alert system — notify citizens when AQI crosses hazardous levels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Add health advisory recommendations based on predicted AQI category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Deploy as a public web dashboard with interactive maps (Mapbox/Leaflet)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Incorporate traffic density &amp; industrial emission data for better accuracy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Partner with Odisha State Pollution Control Board for validated ground-truth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VII.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Successfully built an ML-based AQI prediction system for Odisha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XGBoost model achieves R² ≈ 0.99 with MAE ≈ 2.5 — highly accurate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Covers 360+ locations across 9 districts with village-level granularity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Full-stack deployment: CLI + FastAPI backend + React Native mobile app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Live data integration via Open-Meteo API enables real-time predictions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The system can assist policymakers, health agencies, and citizens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in making informed decisions about air quality and public health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3832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AQI Prediction System — Odisha  |  Powered by XGBoost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